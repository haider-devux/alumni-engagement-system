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Calibri"/>
              </a:rPr>
              <a:t>INFORMATION TECHNOLOGY UNIVERSITY (ITU), LAHORE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Alumni Engagement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6015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i="1">
                <a:solidFill>
                  <a:srgbClr val="E8EEF6"/>
                </a:solidFill>
                <a:latin typeface="Calibri"/>
              </a:rPr>
              <a:t>A Full-Stack Web Platform for the ITU Alumni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US" sz="1600" b="1" i="0" dirty="0" smtClean="0">
                <a:solidFill>
                  <a:srgbClr val="FFFFFF"/>
                </a:solidFill>
                <a:latin typeface="Calibri"/>
              </a:rPr>
              <a:t>Asma Haider (BSSE Student)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600" b="0" i="0" dirty="0">
                <a:solidFill>
                  <a:srgbClr val="E8EEF6"/>
                </a:solidFill>
                <a:latin typeface="Calibri"/>
              </a:rPr>
              <a:t>Supervised by:  Dr. Muhammad Asif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VISION &amp; PURPOSE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The Core Vision &amp;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Keep every ITU graduate connected — to the university and to each other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One official, verified home for the entire alumni community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Reconnect, network, hire, and stay informed — in a single portal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“Who Will You Discover?” — turning a scattered network into a living community (5,000+ alumni, 200+ events)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THE PROBLEM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The Problem We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Universities lose touch with graduates soon after they leave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No central place to find a former classmate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Career opportunities and event news never reach the right people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Willing alumni have no organized channel to stay involved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Our answer: one structured, branded platform that fixes all of it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FEATURE SPOTLIGHT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Accounts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Three tailored user types: Alumni, Sub-Admin, Main Admin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Verified sign-up with real academic details (batch year 1985–2024, faculty, degree, roll number)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Single login screen with role selection; auto sign-in after registration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Passwords securely scrambled (hashed) — never stored as readable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FEATURE SPOTLIGHT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Directory &amp; Real-Time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Searchable directory of every alumnus (by name, email, batch, faculty, degree, roll #)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Request-based messaging — connect only by mutual consent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Send request → accept/decline → chat unlocks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Real-time floating chat widget with read receipts, badged Chats &amp; Requests tabs, auto-refresh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FEATURE SPOTLIGHT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Careers &amp; Community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Job Board: post detailed openings; apply with cover letter + resume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Posters review applicants → Shortlist / Accept / Reject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Notification bell alerts alumni when they're accepted for a job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Community Feed: short posts shared across all members — an alumni-to-alumni hiring and news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FEATURE SPOTLIGHT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Events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Browse all events; filter Upcoming / Past and search by keyword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One-click RSVP with duplicate-protection and remembered status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Alumni can propose events; admins post official ones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Right announcements reach the right people → higher turnout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FEATURE SPOTLIGHT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Main Admin: creates Sub-Admins, full alumni &amp; sub-admin directory oversight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Sub-Admins: manage events, post jobs, handle member requests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Smart Request Form: self-adapting fields for verification, certificates, profile changes, bug reports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Delegated, organized, scalable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 dirty="0">
                <a:solidFill>
                  <a:srgbClr val="FBBF24"/>
                </a:solidFill>
                <a:latin typeface="Calibri"/>
              </a:rPr>
              <a:t>TECHNICAL ARCHITECTURE</a:t>
            </a:r>
          </a:p>
          <a:p>
            <a:r>
              <a:rPr sz="3000" b="1" i="0" dirty="0">
                <a:solidFill>
                  <a:srgbClr val="FFFFFF"/>
                </a:solidFill>
                <a:latin typeface="Calibri"/>
              </a:rPr>
              <a:t>Technical </a:t>
            </a:r>
            <a:r>
              <a:rPr sz="3000" b="1" i="0" dirty="0" smtClean="0">
                <a:solidFill>
                  <a:srgbClr val="FFFFFF"/>
                </a:solidFill>
                <a:latin typeface="Calibri"/>
              </a:rPr>
              <a:t>Architectur</a:t>
            </a:r>
            <a:r>
              <a:rPr lang="en-US" sz="3000" b="1" i="0" dirty="0" smtClean="0">
                <a:solidFill>
                  <a:srgbClr val="FFFFFF"/>
                </a:solidFill>
                <a:latin typeface="Calibri"/>
              </a:rPr>
              <a:t>e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Frontend (what users see): built with React — a fast, modern, app-like interface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Backend (the engine): Node.js / Express — handles all requests and rules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Database (the memory): PostgreSQL — securely stores every profile, message, job, and event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Live chat: powered by Socket.IO for instant, real-time messaging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Security: passwords protected with industry-standard hashing (</a:t>
            </a:r>
            <a:r>
              <a:rPr sz="1800" b="0" i="0" dirty="0" err="1">
                <a:solidFill>
                  <a:srgbClr val="E8EEF6"/>
                </a:solidFill>
                <a:latin typeface="Calibri"/>
              </a:rPr>
              <a:t>bcrypt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 dirty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 dirty="0">
                <a:solidFill>
                  <a:srgbClr val="E8EEF6"/>
                </a:solidFill>
                <a:latin typeface="Calibri"/>
              </a:rPr>
              <a:t>Three clean layers working together:  Interface → Logic →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3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 i="0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FBBF24"/>
                </a:solidFill>
                <a:latin typeface="Calibri"/>
              </a:rPr>
              <a:t>CONCLUSION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0152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Delivered: a complete, working alumni platform — accounts, directory, chat, jobs, events, admin panels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Impact: an active, lifelong ITU alumni community; a renewable asset for students and the university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Next steps: group chat, file sharing, push notifications, mobile app, richer admin analytics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E8EEF6"/>
                </a:solidFill>
                <a:latin typeface="Calibri"/>
              </a:rPr>
              <a:t>Turning graduates into a connected, contributing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360152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 dirty="0">
                <a:solidFill>
                  <a:srgbClr val="FBBF24"/>
                </a:solidFill>
                <a:latin typeface="Calibri"/>
              </a:rPr>
              <a:t>Thank </a:t>
            </a:r>
            <a:r>
              <a:rPr sz="2000" b="1" i="0" dirty="0" smtClean="0">
                <a:solidFill>
                  <a:srgbClr val="FBBF24"/>
                </a:solidFill>
                <a:latin typeface="Calibri"/>
              </a:rPr>
              <a:t>You</a:t>
            </a:r>
            <a:endParaRPr sz="2000" b="1" i="0" dirty="0">
              <a:solidFill>
                <a:srgbClr val="FBBF24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623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Asma Haider</cp:lastModifiedBy>
  <cp:revision>2</cp:revision>
  <dcterms:created xsi:type="dcterms:W3CDTF">2013-01-27T09:14:16Z</dcterms:created>
  <dcterms:modified xsi:type="dcterms:W3CDTF">2026-07-20T14:34:40Z</dcterms:modified>
  <cp:category/>
</cp:coreProperties>
</file>